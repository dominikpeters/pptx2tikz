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 showGuides="1">
      <p:cViewPr varScale="1">
        <p:scale>
          <a:sx n="117" d="100"/>
          <a:sy n="117" d="100"/>
        </p:scale>
        <p:origin x="45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300B-1CCC-AF6C-F292-C98E6391E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03B63-50BF-1BDD-3B8E-376D3EC88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D43B6-CFF7-6D03-8850-ABEAC8FBB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5F3F2-645C-A94A-944E-A82C4EE67A74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EA1F1-2AD1-9CD0-E945-6C1A408E9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0040B-F449-9312-E38C-B98AB6EE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9C036-FADF-ED4F-AAAD-CEFCD35175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95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4981-BA40-25A6-8E5F-773E7DA19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EB6D8-2551-F106-0A12-E7C829513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88856-FF97-B78C-568F-0441EFF5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5F3F2-645C-A94A-944E-A82C4EE67A74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3665C-2E27-FFCD-EE46-9EEA829AD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818EB-587B-E76E-4E09-89459B62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9C036-FADF-ED4F-AAAD-CEFCD35175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1957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609A-D30C-8047-81A9-ACB78480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69DB4-A786-FC0B-086F-F3D88B0F8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50635-BA3D-7475-1DC7-CAED14CA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5F3F2-645C-A94A-944E-A82C4EE67A74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46636-B831-1722-9FAE-89C587C7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68E1A-7024-63F8-BB66-0C5EF285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9C036-FADF-ED4F-AAAD-CEFCD35175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0540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4FA45-DF57-555A-48D3-F12A3C95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9BCFD-2C46-8B2B-009F-021CEE30B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28BB3-5F04-BDDE-7669-549F1A040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C9A5D-B4E6-4FF2-5D0F-28F12DAE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5F3F2-645C-A94A-944E-A82C4EE67A74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D5366-F2BB-E8B3-C782-6EC45864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B3F35-A448-5C4D-7B49-667B25C3B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9C036-FADF-ED4F-AAAD-CEFCD35175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886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5563E-3663-1D44-4BC1-F465211BB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EDB2F-FE02-EEE4-D441-07CD1D005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3D8F1-5BD0-95CC-FDB9-6632EF94F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40F8A-4EB3-74DA-6B5A-03D2ECFB05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BC3E1-4EA3-602C-C7CC-07718566A7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F71DD-043A-3930-3285-474D4E51A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5F3F2-645C-A94A-944E-A82C4EE67A74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C168B-E7CD-B0F4-040C-FFC48063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B26A5-E30C-83E8-2239-B176A349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9C036-FADF-ED4F-AAAD-CEFCD35175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73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579E-E57E-F343-4E44-1CDC8AEB8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40A458-2B29-9F27-EA06-1E70E423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5F3F2-645C-A94A-944E-A82C4EE67A74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96361-B42F-CE76-7573-372CBF96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BA864-ADE8-17A2-2A79-DA51C4C0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9C036-FADF-ED4F-AAAD-CEFCD35175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7877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49F85-D4C7-20E0-064E-2352FEB1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5F3F2-645C-A94A-944E-A82C4EE67A74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E46357-2FE5-741D-08E0-359F54D3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37C7B-FADA-D1A1-B5DC-15608889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9C036-FADF-ED4F-AAAD-CEFCD35175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6185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37746-2F02-B3A1-19B5-EC271BC92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50CEC-EC81-4F19-32F6-C8EF3B33E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55F69-D1CA-F9AC-A0C1-A5B9494EA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716DA-0FCC-5027-F069-0D78A6D1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5F3F2-645C-A94A-944E-A82C4EE67A74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2D0FD-F5B3-7D46-30ED-E532A790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723A4-BF66-1514-4A5B-DF9F0BBE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9C036-FADF-ED4F-AAAD-CEFCD35175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277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402F7-FB99-D44A-057A-C120C71D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A1602-A509-AB19-666C-00FF8AE9A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817F7-4380-7709-D319-1FFB29836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32734-9561-2542-E33C-42089F98C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5F3F2-645C-A94A-944E-A82C4EE67A74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7083C-4382-382C-ED10-13995359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6B764-3980-B5A5-E092-0550654A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9C036-FADF-ED4F-AAAD-CEFCD35175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6116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553F0-8BCA-C5D4-C21B-AB0EB93D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2EF9D-6FEE-69C6-4E6D-0F424C77F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0D4AE-7AE0-355B-2047-5AADE2EF9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5F3F2-645C-A94A-944E-A82C4EE67A74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37FA3-52AD-7F62-6877-C0A7D352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D7206-2FEA-088A-0046-A27F20139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9C036-FADF-ED4F-AAAD-CEFCD35175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582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62DD4A-8987-1EEF-5BC7-55F6A0D142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C1E5A-7230-1B22-5EBB-3463DEFD3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60042-E231-120A-C67A-64EB8A2BF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5F3F2-645C-A94A-944E-A82C4EE67A74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F377F-86D0-855E-952D-0D030BE52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443D3-8ADD-39A9-4620-EA6D3BDD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9C036-FADF-ED4F-AAAD-CEFCD35175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85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6C2D7B-E08F-8BFA-06BC-B36E9D11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621EB-89AD-F5AC-E7DB-62BDA5B3E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40075-488D-DC76-0CCE-0A7A4D538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5F3F2-645C-A94A-944E-A82C4EE67A74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AE8E4-287F-818D-89B2-458689515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3BC1F-084A-F338-5204-6ACB2DCAA8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9C036-FADF-ED4F-AAAD-CEFCD351752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830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5CC22E-79D3-7621-3EF0-FDEE571689B2}"/>
              </a:ext>
            </a:extLst>
          </p:cNvPr>
          <p:cNvSpPr txBox="1"/>
          <p:nvPr/>
        </p:nvSpPr>
        <p:spPr>
          <a:xfrm>
            <a:off x="1524000" y="914400"/>
            <a:ext cx="573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58830-6CD9-7EA6-A133-9A1BE19E491D}"/>
              </a:ext>
            </a:extLst>
          </p:cNvPr>
          <p:cNvSpPr txBox="1"/>
          <p:nvPr/>
        </p:nvSpPr>
        <p:spPr>
          <a:xfrm>
            <a:off x="7165769" y="1056370"/>
            <a:ext cx="11953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 err="1"/>
              <a:t>Text</a:t>
            </a:r>
            <a:r>
              <a:rPr lang="fr-FR" sz="4000" dirty="0"/>
              <a:t>!</a:t>
            </a:r>
          </a:p>
        </p:txBody>
      </p:sp>
      <p:sp>
        <p:nvSpPr>
          <p:cNvPr id="6" name="Snip Same Side Corner Rectangle 5">
            <a:extLst>
              <a:ext uri="{FF2B5EF4-FFF2-40B4-BE49-F238E27FC236}">
                <a16:creationId xmlns:a16="http://schemas.microsoft.com/office/drawing/2014/main" id="{DAABE77E-220E-638D-ED92-AB665AB833F8}"/>
              </a:ext>
            </a:extLst>
          </p:cNvPr>
          <p:cNvSpPr/>
          <p:nvPr/>
        </p:nvSpPr>
        <p:spPr>
          <a:xfrm>
            <a:off x="1801091" y="2133600"/>
            <a:ext cx="2784764" cy="2008909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Text</a:t>
            </a:r>
            <a:endParaRPr lang="fr-FR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7C233D-3760-A4EE-D760-02036FD95D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7947"/>
              </p:ext>
            </p:extLst>
          </p:nvPr>
        </p:nvGraphicFramePr>
        <p:xfrm>
          <a:off x="932543" y="5572760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790124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1337716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71820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672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2703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5590BBB-5AF6-E369-B71D-D1BBD44AD480}"/>
              </a:ext>
            </a:extLst>
          </p:cNvPr>
          <p:cNvSpPr txBox="1"/>
          <p:nvPr/>
        </p:nvSpPr>
        <p:spPr>
          <a:xfrm>
            <a:off x="6361371" y="2923908"/>
            <a:ext cx="52192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quis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esse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est </a:t>
            </a:r>
            <a:r>
              <a:rPr lang="en-US" dirty="0" err="1"/>
              <a:t>laborum</a:t>
            </a:r>
            <a:r>
              <a:rPr lang="en-US" dirty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4978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PETERS</dc:creator>
  <cp:lastModifiedBy>DOMINIK PETERS</cp:lastModifiedBy>
  <cp:revision>1</cp:revision>
  <dcterms:created xsi:type="dcterms:W3CDTF">2026-03-27T12:34:44Z</dcterms:created>
  <dcterms:modified xsi:type="dcterms:W3CDTF">2026-03-27T12:36:32Z</dcterms:modified>
</cp:coreProperties>
</file>