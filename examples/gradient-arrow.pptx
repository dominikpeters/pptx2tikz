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9B39-64EE-BF8A-246C-AB715711C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8A46C-6161-BCC3-7907-6FB075858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B1E93-5D86-17EE-B5B3-82FF6F6A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7214-BE0D-7870-EBD9-4B10313A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47B79-BD8E-4A3B-4B2A-BF743115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31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7F1C-8E33-BC62-045F-D911FDAD0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235FD-03E4-65E5-E9BE-47B8FBF3A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534C-5888-ED71-90B1-EBB7536A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52C1B-D1F1-AAF9-A058-1C658D64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60787-2600-48C5-90CC-1B5E976F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6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45E6-F6B1-6DEB-09A5-5DE06F45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CE520-EE6F-C39B-0B01-3AE9A91CA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52FA-1F2E-B110-E505-D47F9BD6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58D1-1913-682D-E02A-1F031E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8EBC4-7002-A14B-65D2-CBE88589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95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4CDE-D36E-7FFB-A2D9-2FC08BAC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59A6-66F4-87B9-C87D-F913D9E5A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A5770-4927-3BB8-EBDD-A3242D32E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A88DA-E66C-7279-6554-C3C72977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20ED3-84AD-8E21-B048-186EE857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DFBAA-DD76-EA6B-744E-F98350E7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40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E69D-2842-9760-0E79-543D639A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424F3-3658-F909-770C-761A81CA9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F104-6C3E-C617-74A6-8FAE3B288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96693-75D9-18A2-9444-115CBD26F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1476E-5F17-F921-978F-0266CC251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8769B-3BF4-307C-BF12-D826E066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E9142-BAD2-ACF6-3686-C9BDCAA3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5C524-A76D-0379-4B27-DE1CAC79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21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C3AA-672C-9A79-8711-9E395B91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0C15B-31B2-1922-D97C-E53B1EA0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8C918-C613-4CA7-D031-636C08FC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7A386-01B2-77E2-BDCC-2CA9FDC9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02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E0BE0-7B5E-BAE6-B6C7-4C260903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2889A-63B6-DDB2-A425-BEDD985A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140F-C8E9-1820-1FC5-437FCC0F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922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9712-205C-2B8A-2231-35FC17AF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707F8-E499-4693-1206-D8C08A2E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E96B1-49E6-6EC6-98CD-BEE4022F9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038BF-B7CB-EE52-B538-CC9D5A9D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ED800-126D-3D1E-DA03-87342E9B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8EFF0-DF8D-4352-D88C-E76BCC8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983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1741-0C01-A1E7-21FC-085BD0B8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B2CE0-9958-D0B8-E946-6F3B23678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E7494-765C-8137-9E50-9ACA2EFD8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C70C7-0DD9-DDF7-811F-E5D4089F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61307-ED0A-2F9F-275D-A3CCB55D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05F6-CB08-D699-63C5-01B87938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328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6AFA-7473-A5F4-57CD-70751E473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173A6-414E-514B-2F2A-4611E96EE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E1BD-F3DE-FA2A-8FA2-FA2A7186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850B7-9210-EA3E-0741-94152D84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E7B81-6900-6785-BB7E-FA1E95E1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33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02F9E-D001-4EB5-1D2F-D5E5815D3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DD544-16A9-4834-3674-BC6D72A65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BCEBC-361D-76BB-14B2-730278D2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2BFA6-9EA1-55F7-255D-66AEA080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D53B-D284-63F0-5AEB-C279307C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71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C93FB-8D15-6958-D725-91917340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29FCE-1678-A3B0-C621-0B51C9CAC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710B7-22E9-694B-E595-A9CB98B6B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2E60D-65CC-214D-92CD-D0C33D4F05C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E4FD0-BB1D-08EE-FCEE-1DC61D647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C1853-A292-D86D-008B-24363C29E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24D9C-0301-6D4B-88DD-CE0C5CBCAE4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84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que 7" descr="Flèche : droite avec un remplissage uni">
            <a:extLst>
              <a:ext uri="{FF2B5EF4-FFF2-40B4-BE49-F238E27FC236}">
                <a16:creationId xmlns:a16="http://schemas.microsoft.com/office/drawing/2014/main" id="{7CB737CB-DD72-FD26-8042-393ED9ABFD4A}"/>
              </a:ext>
            </a:extLst>
          </p:cNvPr>
          <p:cNvSpPr/>
          <p:nvPr/>
        </p:nvSpPr>
        <p:spPr>
          <a:xfrm rot="10800000">
            <a:off x="3705006" y="2416628"/>
            <a:ext cx="4008965" cy="2024743"/>
          </a:xfrm>
          <a:custGeom>
            <a:avLst/>
            <a:gdLst>
              <a:gd name="connsiteX0" fmla="*/ 311352 w 1141527"/>
              <a:gd name="connsiteY0" fmla="*/ 114300 h 457200"/>
              <a:gd name="connsiteX1" fmla="*/ 311352 w 1141527"/>
              <a:gd name="connsiteY1" fmla="*/ 0 h 457200"/>
              <a:gd name="connsiteX2" fmla="*/ 36 w 1141527"/>
              <a:gd name="connsiteY2" fmla="*/ 228600 h 457200"/>
              <a:gd name="connsiteX3" fmla="*/ 311352 w 1141527"/>
              <a:gd name="connsiteY3" fmla="*/ 457200 h 457200"/>
              <a:gd name="connsiteX4" fmla="*/ 311352 w 1141527"/>
              <a:gd name="connsiteY4" fmla="*/ 342900 h 457200"/>
              <a:gd name="connsiteX5" fmla="*/ 1141528 w 1141527"/>
              <a:gd name="connsiteY5" fmla="*/ 228600 h 457200"/>
              <a:gd name="connsiteX6" fmla="*/ 311352 w 1141527"/>
              <a:gd name="connsiteY6" fmla="*/ 1143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1527" h="457200">
                <a:moveTo>
                  <a:pt x="311352" y="114300"/>
                </a:moveTo>
                <a:lnTo>
                  <a:pt x="311352" y="0"/>
                </a:lnTo>
                <a:lnTo>
                  <a:pt x="36" y="228600"/>
                </a:lnTo>
                <a:cubicBezTo>
                  <a:pt x="-3856" y="228600"/>
                  <a:pt x="311352" y="457200"/>
                  <a:pt x="311352" y="457200"/>
                </a:cubicBezTo>
                <a:lnTo>
                  <a:pt x="311352" y="342900"/>
                </a:lnTo>
                <a:lnTo>
                  <a:pt x="1141528" y="228600"/>
                </a:lnTo>
                <a:lnTo>
                  <a:pt x="311352" y="114300"/>
                </a:lnTo>
                <a:close/>
              </a:path>
            </a:pathLst>
          </a:cu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0" scaled="1"/>
            <a:tileRect/>
          </a:gradFill>
          <a:ln w="128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5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PETERS</dc:creator>
  <cp:lastModifiedBy>DOMINIK PETERS</cp:lastModifiedBy>
  <cp:revision>1</cp:revision>
  <dcterms:created xsi:type="dcterms:W3CDTF">2026-03-06T10:49:08Z</dcterms:created>
  <dcterms:modified xsi:type="dcterms:W3CDTF">2026-03-06T10:49:23Z</dcterms:modified>
</cp:coreProperties>
</file>