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102" d="100"/>
          <a:sy n="102" d="100"/>
        </p:scale>
        <p:origin x="192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EC30-9F6D-498B-F55D-1674938EA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95B03-83CC-2891-6C3A-AFEDD5B7E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AD987-8E7B-F4B8-175D-B7EBE590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5EFB3-A716-1A93-9B3B-AE5007862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32D22-F768-3455-0798-C0026D48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33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1DE9-45C2-DB69-FAA5-85748200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DDD4B-2BE5-2CA6-4D3E-D5D2F583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0838A-9330-04B7-0058-63331136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F22B4-92C8-FF10-03F9-39CCF5A4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1D367-9C74-8759-C699-5F3D139F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33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BA30-53DF-BA6A-0F16-FB0C98CBC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9E4E3-4CB6-7155-3D48-2F3BDBCA3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ABB84-7786-5104-BB30-A1CAD76DC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09BEE-390E-C18F-AA2D-5F65887DA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B8303-D983-7216-2D53-533213E5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84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395D2-D1AF-02DB-F1C1-59ED2291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E6C93-039F-D655-75D7-7C1F564DF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B2F66-0A1D-C1A8-2FCF-550C23D24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6CE78-B4B8-DC45-9F2B-39D0937F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E2B54-4C44-AFF2-3592-9069AAF94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CA0CB-1A93-1281-92B9-A38347388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243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57D4-6906-6FCF-400E-42C66CEA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10A8B-3EBF-0487-75B8-877F09EC7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F2154-25C2-1380-C3B4-8F77854E7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C307A5-A74D-AF10-417F-6CD5874C5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8F9C0-97A4-EC9B-5FBE-B3DE0C30B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820F3-26CF-E821-D4D0-1B4189A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C445F-4EEA-5D9C-43E2-93D674A1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AF29E-521B-D046-8C0E-C9779E89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22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75BA-2E91-ADB1-142E-5005CFE94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84F43-DC0C-2C5D-4DA5-1A6B38D9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5EB51-0E93-D142-8156-F7B991C7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436CB-CC6B-DD1F-010B-852A3488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47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808C83-965C-819F-6E0B-8F63335F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3DF27-6CDB-05FC-87F8-4A755277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8A44E-FE04-A6A6-1D02-3A1164C3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0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1B8F-6625-689A-BE72-D27314A1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B1470-1720-B7AD-D0B2-8607EEE5E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D5ED6-B723-0D3B-922A-8A67801EA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4174F-6470-E47D-A505-E03F69E5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F5B6E-B17F-5976-9662-BD5ED3559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E181C-C573-5406-0827-47E31C91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63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73BE-A4C4-A3EB-E75E-C83FA542A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2D7210-889C-BD26-E59D-B17A85549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5B71E-DF4E-A885-04D4-61AD87053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6BFDB-DF98-2D0E-BA54-B64C3265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4CC03-5FFF-DB8D-E4EC-F365B95D6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A6F27-6931-CB2D-7468-8223BAB71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01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459B-791E-72BD-A004-60518906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191C0-6ED5-DA4E-B4DB-8F832E590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F138F-CF1F-A6B2-A613-095750AE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35F28-EAC3-71A7-89BB-ABB0FAB5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830E5-28C9-D823-C647-EEBCD6EC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455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9873D-35AC-8481-AC89-EA2170144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57924-F2F4-3FEC-9717-12AA588AE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154D-7D21-BDEA-5143-CE877AAD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6366-028A-2155-85DB-0AAABCD4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22909-6ECA-41E1-0256-E7FE7BA1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05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A14EE-1FD7-1E91-F018-9A273C5E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789A7-23BE-79D0-E04C-F3F3D2DB7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4DE0E-13F4-E534-C0E0-EA72F3C6F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2C0F1-3F71-F441-8471-AA44D8E0BD50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75B6D-A72F-564A-827D-0CC70D7B5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735AB-FD30-951A-9473-745136940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C06C8-0EA1-AF44-8FB7-146EC7898AF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7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69" descr="Utilisateur avec un remplissage uni">
            <a:extLst>
              <a:ext uri="{FF2B5EF4-FFF2-40B4-BE49-F238E27FC236}">
                <a16:creationId xmlns:a16="http://schemas.microsoft.com/office/drawing/2014/main" id="{2B69CF4F-6741-03CB-DD47-BA6B7825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7003" y="1889688"/>
            <a:ext cx="3114364" cy="3114364"/>
          </a:xfrm>
          <a:prstGeom prst="rect">
            <a:avLst/>
          </a:prstGeom>
        </p:spPr>
      </p:pic>
      <p:pic>
        <p:nvPicPr>
          <p:cNvPr id="5" name="Graphique 70" descr="Homme contour">
            <a:extLst>
              <a:ext uri="{FF2B5EF4-FFF2-40B4-BE49-F238E27FC236}">
                <a16:creationId xmlns:a16="http://schemas.microsoft.com/office/drawing/2014/main" id="{932901C5-730F-7175-48B5-BEE1767FB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6824" y="1889688"/>
            <a:ext cx="2907780" cy="290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5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PETERS</dc:creator>
  <cp:lastModifiedBy>DOMINIK PETERS</cp:lastModifiedBy>
  <cp:revision>1</cp:revision>
  <dcterms:created xsi:type="dcterms:W3CDTF">2026-03-06T10:48:43Z</dcterms:created>
  <dcterms:modified xsi:type="dcterms:W3CDTF">2026-03-06T10:49:03Z</dcterms:modified>
</cp:coreProperties>
</file>